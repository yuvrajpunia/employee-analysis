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320040"/>
            <a:ext cx="64008" cy="64008"/>
          </a:xfrm>
          <a:prstGeom prst="ellipse">
            <a:avLst/>
          </a:prstGeom>
          <a:solidFill>
            <a:srgbClr val="0D9488">
              <a:alpha val="32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9400" y="320040"/>
            <a:ext cx="64008" cy="64008"/>
          </a:xfrm>
          <a:prstGeom prst="ellipse">
            <a:avLst/>
          </a:prstGeom>
          <a:solidFill>
            <a:srgbClr val="0D9488">
              <a:alpha val="32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0" y="320040"/>
            <a:ext cx="64008" cy="64008"/>
          </a:xfrm>
          <a:prstGeom prst="ellipse">
            <a:avLst/>
          </a:prstGeom>
          <a:solidFill>
            <a:srgbClr val="0D9488">
              <a:alpha val="32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52360" y="320040"/>
            <a:ext cx="64008" cy="64008"/>
          </a:xfrm>
          <a:prstGeom prst="ellipse">
            <a:avLst/>
          </a:prstGeom>
          <a:solidFill>
            <a:srgbClr val="0D9488">
              <a:alpha val="32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0" y="320040"/>
            <a:ext cx="64008" cy="64008"/>
          </a:xfrm>
          <a:prstGeom prst="ellipse">
            <a:avLst/>
          </a:prstGeom>
          <a:solidFill>
            <a:srgbClr val="0D9488">
              <a:alpha val="32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75320" y="320040"/>
            <a:ext cx="64008" cy="64008"/>
          </a:xfrm>
          <a:prstGeom prst="ellipse">
            <a:avLst/>
          </a:prstGeom>
          <a:solidFill>
            <a:srgbClr val="0D9488">
              <a:alpha val="32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0" y="320040"/>
            <a:ext cx="64008" cy="64008"/>
          </a:xfrm>
          <a:prstGeom prst="ellipse">
            <a:avLst/>
          </a:prstGeom>
          <a:solidFill>
            <a:srgbClr val="0D9488">
              <a:alpha val="32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097280"/>
            <a:ext cx="64008" cy="64008"/>
          </a:xfrm>
          <a:prstGeom prst="ellipse">
            <a:avLst/>
          </a:prstGeom>
          <a:solidFill>
            <a:srgbClr val="0D9488">
              <a:alpha val="32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1097280"/>
            <a:ext cx="64008" cy="64008"/>
          </a:xfrm>
          <a:prstGeom prst="ellipse">
            <a:avLst/>
          </a:prstGeom>
          <a:solidFill>
            <a:srgbClr val="0D9488">
              <a:alpha val="32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0" y="1097280"/>
            <a:ext cx="64008" cy="64008"/>
          </a:xfrm>
          <a:prstGeom prst="ellipse">
            <a:avLst/>
          </a:prstGeom>
          <a:solidFill>
            <a:srgbClr val="0D9488">
              <a:alpha val="32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52360" y="1097280"/>
            <a:ext cx="64008" cy="64008"/>
          </a:xfrm>
          <a:prstGeom prst="ellipse">
            <a:avLst/>
          </a:prstGeom>
          <a:solidFill>
            <a:srgbClr val="0D9488">
              <a:alpha val="32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1097280"/>
            <a:ext cx="64008" cy="64008"/>
          </a:xfrm>
          <a:prstGeom prst="ellipse">
            <a:avLst/>
          </a:prstGeom>
          <a:solidFill>
            <a:srgbClr val="0D9488">
              <a:alpha val="32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097280"/>
            <a:ext cx="64008" cy="64008"/>
          </a:xfrm>
          <a:prstGeom prst="ellipse">
            <a:avLst/>
          </a:prstGeom>
          <a:solidFill>
            <a:srgbClr val="0D9488">
              <a:alpha val="32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0" y="1097280"/>
            <a:ext cx="64008" cy="64008"/>
          </a:xfrm>
          <a:prstGeom prst="ellipse">
            <a:avLst/>
          </a:prstGeom>
          <a:solidFill>
            <a:srgbClr val="0D9488">
              <a:alpha val="32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874520"/>
            <a:ext cx="64008" cy="64008"/>
          </a:xfrm>
          <a:prstGeom prst="ellipse">
            <a:avLst/>
          </a:prstGeom>
          <a:solidFill>
            <a:srgbClr val="0D9488">
              <a:alpha val="32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29400" y="1874520"/>
            <a:ext cx="64008" cy="64008"/>
          </a:xfrm>
          <a:prstGeom prst="ellipse">
            <a:avLst/>
          </a:prstGeom>
          <a:solidFill>
            <a:srgbClr val="0D9488">
              <a:alpha val="32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0" y="1874520"/>
            <a:ext cx="64008" cy="64008"/>
          </a:xfrm>
          <a:prstGeom prst="ellipse">
            <a:avLst/>
          </a:prstGeom>
          <a:solidFill>
            <a:srgbClr val="0D9488">
              <a:alpha val="32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2360" y="1874520"/>
            <a:ext cx="64008" cy="64008"/>
          </a:xfrm>
          <a:prstGeom prst="ellipse">
            <a:avLst/>
          </a:prstGeom>
          <a:solidFill>
            <a:srgbClr val="0D9488">
              <a:alpha val="32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0" y="1874520"/>
            <a:ext cx="64008" cy="64008"/>
          </a:xfrm>
          <a:prstGeom prst="ellipse">
            <a:avLst/>
          </a:prstGeom>
          <a:solidFill>
            <a:srgbClr val="0D9488">
              <a:alpha val="32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75320" y="1874520"/>
            <a:ext cx="64008" cy="64008"/>
          </a:xfrm>
          <a:prstGeom prst="ellipse">
            <a:avLst/>
          </a:prstGeom>
          <a:solidFill>
            <a:srgbClr val="0D9488">
              <a:alpha val="32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0" y="1874520"/>
            <a:ext cx="64008" cy="64008"/>
          </a:xfrm>
          <a:prstGeom prst="ellipse">
            <a:avLst/>
          </a:prstGeom>
          <a:solidFill>
            <a:srgbClr val="0D9488">
              <a:alpha val="32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2651760"/>
            <a:ext cx="64008" cy="64008"/>
          </a:xfrm>
          <a:prstGeom prst="ellipse">
            <a:avLst/>
          </a:prstGeom>
          <a:solidFill>
            <a:srgbClr val="0D9488">
              <a:alpha val="32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29400" y="2651760"/>
            <a:ext cx="64008" cy="64008"/>
          </a:xfrm>
          <a:prstGeom prst="ellipse">
            <a:avLst/>
          </a:prstGeom>
          <a:solidFill>
            <a:srgbClr val="0D9488">
              <a:alpha val="32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0" y="2651760"/>
            <a:ext cx="64008" cy="64008"/>
          </a:xfrm>
          <a:prstGeom prst="ellipse">
            <a:avLst/>
          </a:prstGeom>
          <a:solidFill>
            <a:srgbClr val="0D9488">
              <a:alpha val="32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52360" y="2651760"/>
            <a:ext cx="64008" cy="64008"/>
          </a:xfrm>
          <a:prstGeom prst="ellipse">
            <a:avLst/>
          </a:prstGeom>
          <a:solidFill>
            <a:srgbClr val="0D9488">
              <a:alpha val="32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0" y="2651760"/>
            <a:ext cx="64008" cy="64008"/>
          </a:xfrm>
          <a:prstGeom prst="ellipse">
            <a:avLst/>
          </a:prstGeom>
          <a:solidFill>
            <a:srgbClr val="0D9488">
              <a:alpha val="32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2651760"/>
            <a:ext cx="64008" cy="64008"/>
          </a:xfrm>
          <a:prstGeom prst="ellipse">
            <a:avLst/>
          </a:prstGeom>
          <a:solidFill>
            <a:srgbClr val="0D9488">
              <a:alpha val="32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0" y="2651760"/>
            <a:ext cx="64008" cy="64008"/>
          </a:xfrm>
          <a:prstGeom prst="ellipse">
            <a:avLst/>
          </a:prstGeom>
          <a:solidFill>
            <a:srgbClr val="0D9488">
              <a:alpha val="32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27432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D4A017">
              <a:alpha val="85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2743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DRDO · CFEES  |  Internship Project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8229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Data Analysis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548640" y="16002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Visualization using Python</a:t>
            </a:r>
            <a:endParaRPr lang="en-US" sz="2800" dirty="0"/>
          </a:p>
        </p:txBody>
      </p:sp>
      <p:sp>
        <p:nvSpPr>
          <p:cNvPr id="35" name="Shape 33"/>
          <p:cNvSpPr/>
          <p:nvPr/>
        </p:nvSpPr>
        <p:spPr>
          <a:xfrm>
            <a:off x="548640" y="2331720"/>
            <a:ext cx="5303520" cy="320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24688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pipeline project demonstrating CSV ingestion, exploratory analysis, and age-distribution charting on real employee records.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548640" y="3429000"/>
            <a:ext cx="8046720" cy="1389888"/>
          </a:xfrm>
          <a:prstGeom prst="rect">
            <a:avLst/>
          </a:prstGeom>
          <a:solidFill>
            <a:srgbClr val="0F1E30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3429000"/>
            <a:ext cx="54864" cy="13898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354787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Pukhraj Singh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77240" y="40050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Manipal University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77240" y="43159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       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54880" y="40050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DRDO – CFEES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65960" cy="1371600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4,653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960120"/>
            <a:ext cx="1965960" cy="1371600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972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14600" y="1737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1965960" cy="1371600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972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Employee.csv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1737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960120"/>
            <a:ext cx="1965960" cy="1371600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0972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KB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12280" y="1737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Size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514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in the Dataset: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26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03120" y="292608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2926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JoiningYear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0" y="292608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2926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292608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2926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PaymentTier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0" y="292608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2926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52044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520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03120" y="352044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03120" y="3520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EverBenched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840480" y="352044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0" y="3520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ExperienceInCurrentDomain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77840" y="352044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3520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LeaveOrNot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Column: Age — used to generate the bar chart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Terminal Setup &amp; File Navigation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30352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960120"/>
            <a:ext cx="3154680" cy="960120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60720" y="960120"/>
            <a:ext cx="347472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960120"/>
            <a:ext cx="347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72200" y="10058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folder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72200" y="130759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Downloads then cd 'ai_project 2' to enter the project directory.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60720" y="2057400"/>
            <a:ext cx="3154680" cy="960120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60720" y="2057400"/>
            <a:ext cx="347472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2057400"/>
            <a:ext cx="347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72200" y="2103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files (dir)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72200" y="240487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Employee.csv (195 KB) and employee_chart.py (370 B) are present.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760720" y="3154680"/>
            <a:ext cx="3154680" cy="960120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60720" y="3154680"/>
            <a:ext cx="347472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3154680"/>
            <a:ext cx="347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72200" y="32004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script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72200" y="350215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employee_chart.py executes the visualization.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74320" y="38862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terminal on Windows — ai_project 2 directory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Python Code: employee_chart.py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02920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0" y="914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Line-by-line Explanation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0" y="1371600"/>
            <a:ext cx="7772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0" y="13716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1–2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355080" y="1371600"/>
            <a:ext cx="2514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pandas (data handling) and matplotlib.pyplot (charting).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0" y="2029968"/>
            <a:ext cx="7772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0" y="202996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355080" y="2029968"/>
            <a:ext cx="2514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Employee.csv into a DataFrame with pd.read_csv().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0" y="2688336"/>
            <a:ext cx="7772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0" y="2688336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8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355080" y="2688336"/>
            <a:ext cx="2514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occurrences of each Age value and render as a bar chart.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0" y="3346704"/>
            <a:ext cx="7772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0" y="3346704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11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355080" y="3346704"/>
            <a:ext cx="2514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chart title to 'Employee Age Chart'.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0" y="4005072"/>
            <a:ext cx="7772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0" y="400507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14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355080" y="4005072"/>
            <a:ext cx="2514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interactive chart window using plt.show().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74320" y="4114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· employee_chart.py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Employee Age Distribution Chart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48640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89320" y="914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89320" y="1371600"/>
            <a:ext cx="2926080" cy="530352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0" y="1408176"/>
            <a:ext cx="2743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Peak count near age 26–28 (~630–640 employees)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989320" y="1993392"/>
            <a:ext cx="2926080" cy="530352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80760" y="2029968"/>
            <a:ext cx="2743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Count drops sharply after age 30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989320" y="2615184"/>
            <a:ext cx="2926080" cy="530352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0760" y="2651760"/>
            <a:ext cx="2743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Ages 22–24 have the fewest employees (~50)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989320" y="3236976"/>
            <a:ext cx="2926080" cy="530352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3273552"/>
            <a:ext cx="2743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Steady ~130–145 range for ages 31–41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989320" y="3858768"/>
            <a:ext cx="2926080" cy="530352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3895344"/>
            <a:ext cx="2743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Majority of workforce is under 30 years old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74320" y="4773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output window · Figure 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554480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1155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Files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Employee.csv and employee_chart.py in the same project folder (ai_project 2).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1554480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972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11155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Terminal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6002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the project folder using cd commands in PowerShell.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43200" cy="1554480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972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0" y="11155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Libraries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6002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pandas for data I/O and matplotlib for visualization in the Python script.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743200"/>
            <a:ext cx="2743200" cy="1554480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83464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28529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 Data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3375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pd.read_csv() reads all 4,653 rows into a DataFrame instantly.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2743200"/>
            <a:ext cx="2743200" cy="1554480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283464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40480" y="28529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Chart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91840" y="33375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value_counts().plot.bar() on the Age column counts and plots each age group.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2743200"/>
            <a:ext cx="2743200" cy="1554480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283464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66560" y="28529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Result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33375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plt.show() opens an interactive Figure window with the age distribution bar chart.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2743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34640" y="2743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2743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94960" y="2743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0" y="2743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887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11887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1887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11887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0" y="11887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11887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031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21031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4640" y="21031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21031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4960" y="21031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21031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0175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54480" y="30175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4640" y="30175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0" y="30175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0" y="30175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0" y="30175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9319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54480" y="39319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34640" y="39319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0" y="39319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94960" y="39319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5120" y="3931920"/>
            <a:ext cx="64008" cy="64008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4" name="Shape 32"/>
          <p:cNvSpPr/>
          <p:nvPr/>
        </p:nvSpPr>
        <p:spPr>
          <a:xfrm>
            <a:off x="457200" y="1325880"/>
            <a:ext cx="4572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150876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1463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 + Matplotlib form a powerful, lightweight data analysis stack.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207568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20299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5 lines of functional code are enough to load a large CSV and render a chart.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264261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259689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 distribution reveals a young workforce concentrated between 25–29 years.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57200" y="320954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31638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value_counts().plot.bar() is a quick one-liner for categorical frequency charts.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" y="377647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37307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workflow can be extended to other columns like City, Gender, or PaymentTier.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F1E30"/>
          </a:solidFill>
          <a:ln w="7620">
            <a:solidFill>
              <a:srgbClr val="D4A01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64515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Pukhraj Singh  ·  Manipal University  ·  Intern @ DRDO – CFEES  ·  Project: Employee Data Analysis &amp; Visualization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2026-05-25T02:58:35Z</dcterms:created>
  <dcterms:modified xsi:type="dcterms:W3CDTF">2026-05-25T02:58:35Z</dcterms:modified>
</cp:coreProperties>
</file>